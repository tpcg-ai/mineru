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C3F4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5340" y="9715926"/>
            <a:ext cx="1318716" cy="2307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9362" y="0"/>
            <a:ext cx="7439024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C3F4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55340" y="9715926"/>
            <a:ext cx="1318716" cy="230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35630" y="4388649"/>
            <a:ext cx="368300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55532" y="2507669"/>
            <a:ext cx="8344534" cy="599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C3F4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07551" y="4552632"/>
            <a:ext cx="340867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465">
                <a:solidFill>
                  <a:srgbClr val="1F2023"/>
                </a:solidFill>
                <a:latin typeface="Calibri"/>
                <a:cs typeface="Calibri"/>
              </a:rPr>
              <a:t>Summary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06766" y="1883955"/>
            <a:ext cx="6541770" cy="6541770"/>
          </a:xfrm>
          <a:custGeom>
            <a:avLst/>
            <a:gdLst/>
            <a:ahLst/>
            <a:cxnLst/>
            <a:rect l="l" t="t" r="r" b="b"/>
            <a:pathLst>
              <a:path w="6541770" h="6541770">
                <a:moveTo>
                  <a:pt x="3270605" y="0"/>
                </a:moveTo>
                <a:lnTo>
                  <a:pt x="0" y="3270592"/>
                </a:lnTo>
                <a:lnTo>
                  <a:pt x="3270605" y="6541198"/>
                </a:lnTo>
                <a:lnTo>
                  <a:pt x="6541198" y="3270592"/>
                </a:lnTo>
                <a:lnTo>
                  <a:pt x="3270605" y="0"/>
                </a:lnTo>
                <a:close/>
              </a:path>
            </a:pathLst>
          </a:custGeom>
          <a:solidFill>
            <a:srgbClr val="EA42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06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09" y="1425028"/>
            <a:ext cx="3845199" cy="3845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50" y="883411"/>
            <a:ext cx="881761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65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dirty="0" sz="4800" spc="35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275">
                <a:solidFill>
                  <a:srgbClr val="1F2023"/>
                </a:solidFill>
                <a:latin typeface="Calibri"/>
                <a:cs typeface="Calibri"/>
              </a:rPr>
              <a:t>this</a:t>
            </a:r>
            <a:r>
              <a:rPr dirty="0" sz="4800" spc="4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320">
                <a:solidFill>
                  <a:srgbClr val="1F2023"/>
                </a:solidFill>
                <a:latin typeface="Calibri"/>
                <a:cs typeface="Calibri"/>
              </a:rPr>
              <a:t>course,</a:t>
            </a:r>
            <a:r>
              <a:rPr dirty="0" sz="4800" spc="4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310">
                <a:solidFill>
                  <a:srgbClr val="1F2023"/>
                </a:solidFill>
                <a:latin typeface="Calibri"/>
                <a:cs typeface="Calibri"/>
              </a:rPr>
              <a:t>you</a:t>
            </a:r>
            <a:r>
              <a:rPr dirty="0" sz="4800" spc="4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280">
                <a:solidFill>
                  <a:srgbClr val="1F2023"/>
                </a:solidFill>
                <a:latin typeface="Calibri"/>
                <a:cs typeface="Calibri"/>
              </a:rPr>
              <a:t>learned</a:t>
            </a:r>
            <a:r>
              <a:rPr dirty="0" sz="4800" spc="35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254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dirty="0" sz="4800" spc="4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4800" spc="-25">
                <a:solidFill>
                  <a:srgbClr val="1F2023"/>
                </a:solidFill>
                <a:latin typeface="Calibri"/>
                <a:cs typeface="Calibri"/>
              </a:rPr>
              <a:t>...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0325" marR="688975">
              <a:lnSpc>
                <a:spcPct val="114999"/>
              </a:lnSpc>
              <a:spcBef>
                <a:spcPts val="100"/>
              </a:spcBef>
            </a:pPr>
            <a:r>
              <a:rPr dirty="0" spc="120"/>
              <a:t>Explore</a:t>
            </a:r>
            <a:r>
              <a:rPr dirty="0" spc="95"/>
              <a:t> </a:t>
            </a:r>
            <a:r>
              <a:rPr dirty="0" spc="130"/>
              <a:t>the</a:t>
            </a:r>
            <a:r>
              <a:rPr dirty="0" spc="95"/>
              <a:t> </a:t>
            </a:r>
            <a:r>
              <a:rPr dirty="0" spc="85"/>
              <a:t>different</a:t>
            </a:r>
            <a:r>
              <a:rPr dirty="0" spc="95"/>
              <a:t> </a:t>
            </a:r>
            <a:r>
              <a:rPr dirty="0" spc="120"/>
              <a:t>options</a:t>
            </a:r>
            <a:r>
              <a:rPr dirty="0" spc="95"/>
              <a:t> </a:t>
            </a:r>
            <a:r>
              <a:rPr dirty="0" spc="110"/>
              <a:t>available</a:t>
            </a:r>
            <a:r>
              <a:rPr dirty="0" spc="45"/>
              <a:t> </a:t>
            </a:r>
            <a:r>
              <a:rPr dirty="0" spc="100"/>
              <a:t>for</a:t>
            </a:r>
            <a:r>
              <a:rPr dirty="0" spc="95"/>
              <a:t> </a:t>
            </a:r>
            <a:r>
              <a:rPr dirty="0" spc="140"/>
              <a:t>using </a:t>
            </a:r>
            <a:r>
              <a:rPr dirty="0" spc="125"/>
              <a:t>generative</a:t>
            </a:r>
            <a:r>
              <a:rPr dirty="0" spc="15"/>
              <a:t> </a:t>
            </a:r>
            <a:r>
              <a:rPr dirty="0" spc="90"/>
              <a:t>AI</a:t>
            </a:r>
            <a:r>
              <a:rPr dirty="0" spc="100"/>
              <a:t> </a:t>
            </a:r>
            <a:r>
              <a:rPr dirty="0" spc="114"/>
              <a:t>on</a:t>
            </a:r>
            <a:r>
              <a:rPr dirty="0" spc="40"/>
              <a:t> </a:t>
            </a:r>
            <a:r>
              <a:rPr dirty="0" spc="175"/>
              <a:t>Google</a:t>
            </a:r>
            <a:r>
              <a:rPr dirty="0" spc="45"/>
              <a:t> </a:t>
            </a:r>
            <a:r>
              <a:rPr dirty="0" spc="150"/>
              <a:t>Cloud</a:t>
            </a:r>
          </a:p>
          <a:p>
            <a:pPr marL="12700" marR="1057910">
              <a:lnSpc>
                <a:spcPct val="114999"/>
              </a:lnSpc>
              <a:spcBef>
                <a:spcPts val="2490"/>
              </a:spcBef>
            </a:pPr>
            <a:r>
              <a:rPr dirty="0" spc="175"/>
              <a:t>Use</a:t>
            </a:r>
            <a:r>
              <a:rPr dirty="0" spc="-20"/>
              <a:t> </a:t>
            </a:r>
            <a:r>
              <a:rPr dirty="0" spc="165"/>
              <a:t>Vefiex</a:t>
            </a:r>
            <a:r>
              <a:rPr dirty="0" spc="10"/>
              <a:t> </a:t>
            </a:r>
            <a:r>
              <a:rPr dirty="0" spc="90"/>
              <a:t>AI</a:t>
            </a:r>
            <a:r>
              <a:rPr dirty="0" spc="10"/>
              <a:t> </a:t>
            </a:r>
            <a:r>
              <a:rPr dirty="0" spc="130"/>
              <a:t>Studio</a:t>
            </a:r>
            <a:r>
              <a:rPr dirty="0" spc="90"/>
              <a:t> </a:t>
            </a:r>
            <a:r>
              <a:rPr dirty="0" spc="80"/>
              <a:t>to</a:t>
            </a:r>
            <a:r>
              <a:rPr dirty="0" spc="95"/>
              <a:t> </a:t>
            </a:r>
            <a:r>
              <a:rPr dirty="0" spc="125"/>
              <a:t>test</a:t>
            </a:r>
            <a:r>
              <a:rPr dirty="0" spc="90"/>
              <a:t> </a:t>
            </a:r>
            <a:r>
              <a:rPr dirty="0" spc="130"/>
              <a:t>prompts</a:t>
            </a:r>
            <a:r>
              <a:rPr dirty="0" spc="40"/>
              <a:t> </a:t>
            </a:r>
            <a:r>
              <a:rPr dirty="0" spc="100"/>
              <a:t>for</a:t>
            </a:r>
            <a:r>
              <a:rPr dirty="0" spc="90"/>
              <a:t> </a:t>
            </a:r>
            <a:r>
              <a:rPr dirty="0" spc="130"/>
              <a:t>large </a:t>
            </a:r>
            <a:r>
              <a:rPr dirty="0" spc="170"/>
              <a:t>language</a:t>
            </a:r>
            <a:r>
              <a:rPr dirty="0" spc="110"/>
              <a:t> </a:t>
            </a:r>
            <a:r>
              <a:rPr dirty="0" spc="135"/>
              <a:t>models</a:t>
            </a:r>
          </a:p>
          <a:p>
            <a:pPr marL="60325" marR="1597660">
              <a:lnSpc>
                <a:spcPct val="114999"/>
              </a:lnSpc>
              <a:spcBef>
                <a:spcPts val="2020"/>
              </a:spcBef>
            </a:pPr>
            <a:r>
              <a:rPr dirty="0" spc="130"/>
              <a:t>Develop</a:t>
            </a:r>
            <a:r>
              <a:rPr dirty="0" spc="100"/>
              <a:t> </a:t>
            </a:r>
            <a:r>
              <a:rPr dirty="0" spc="235"/>
              <a:t>LLM-</a:t>
            </a:r>
            <a:r>
              <a:rPr dirty="0" spc="150"/>
              <a:t>powered</a:t>
            </a:r>
            <a:r>
              <a:rPr dirty="0" spc="100"/>
              <a:t> </a:t>
            </a:r>
            <a:r>
              <a:rPr dirty="0" spc="130"/>
              <a:t>applications</a:t>
            </a:r>
            <a:r>
              <a:rPr dirty="0" spc="100"/>
              <a:t> </a:t>
            </a:r>
            <a:r>
              <a:rPr dirty="0" spc="140"/>
              <a:t>using </a:t>
            </a:r>
            <a:r>
              <a:rPr dirty="0" spc="195"/>
              <a:t>LangChain</a:t>
            </a:r>
          </a:p>
          <a:p>
            <a:pPr marL="12700" marR="570230">
              <a:lnSpc>
                <a:spcPct val="114999"/>
              </a:lnSpc>
              <a:spcBef>
                <a:spcPts val="2255"/>
              </a:spcBef>
            </a:pPr>
            <a:r>
              <a:rPr dirty="0" spc="145"/>
              <a:t>Apply</a:t>
            </a:r>
            <a:r>
              <a:rPr dirty="0" spc="100"/>
              <a:t> </a:t>
            </a:r>
            <a:r>
              <a:rPr dirty="0" spc="185"/>
              <a:t>advanced</a:t>
            </a:r>
            <a:r>
              <a:rPr dirty="0" spc="105"/>
              <a:t> </a:t>
            </a:r>
            <a:r>
              <a:rPr dirty="0" spc="100"/>
              <a:t>prompt </a:t>
            </a:r>
            <a:r>
              <a:rPr dirty="0" spc="140"/>
              <a:t>engineering</a:t>
            </a:r>
            <a:r>
              <a:rPr dirty="0" spc="85"/>
              <a:t> </a:t>
            </a:r>
            <a:r>
              <a:rPr dirty="0" spc="135"/>
              <a:t>techniques </a:t>
            </a:r>
            <a:r>
              <a:rPr dirty="0" spc="80"/>
              <a:t>to</a:t>
            </a:r>
            <a:r>
              <a:rPr dirty="0" spc="85"/>
              <a:t> </a:t>
            </a:r>
            <a:r>
              <a:rPr dirty="0" spc="95"/>
              <a:t>improve</a:t>
            </a:r>
            <a:r>
              <a:rPr dirty="0" spc="85"/>
              <a:t> </a:t>
            </a:r>
            <a:r>
              <a:rPr dirty="0" spc="130"/>
              <a:t>the</a:t>
            </a:r>
            <a:r>
              <a:rPr dirty="0" spc="90"/>
              <a:t> </a:t>
            </a:r>
            <a:r>
              <a:rPr dirty="0" spc="114"/>
              <a:t>output</a:t>
            </a:r>
            <a:r>
              <a:rPr dirty="0" spc="30"/>
              <a:t> </a:t>
            </a:r>
            <a:r>
              <a:rPr dirty="0" spc="100"/>
              <a:t>from</a:t>
            </a:r>
            <a:r>
              <a:rPr dirty="0" spc="90"/>
              <a:t> </a:t>
            </a:r>
            <a:r>
              <a:rPr dirty="0" spc="210"/>
              <a:t>LLMs</a:t>
            </a:r>
          </a:p>
          <a:p>
            <a:pPr marL="60325" marR="5080">
              <a:lnSpc>
                <a:spcPct val="114999"/>
              </a:lnSpc>
              <a:spcBef>
                <a:spcPts val="1605"/>
              </a:spcBef>
            </a:pPr>
            <a:r>
              <a:rPr dirty="0" spc="100"/>
              <a:t>Build</a:t>
            </a:r>
            <a:r>
              <a:rPr dirty="0" spc="85"/>
              <a:t> </a:t>
            </a:r>
            <a:r>
              <a:rPr dirty="0" spc="200"/>
              <a:t>a</a:t>
            </a:r>
            <a:r>
              <a:rPr dirty="0" spc="85"/>
              <a:t> </a:t>
            </a:r>
            <a:r>
              <a:rPr dirty="0" spc="80"/>
              <a:t>multi-</a:t>
            </a:r>
            <a:r>
              <a:rPr dirty="0" spc="145"/>
              <a:t>turn</a:t>
            </a:r>
            <a:r>
              <a:rPr dirty="0" spc="90"/>
              <a:t> </a:t>
            </a:r>
            <a:r>
              <a:rPr dirty="0" spc="175"/>
              <a:t>chat</a:t>
            </a:r>
            <a:r>
              <a:rPr dirty="0" spc="85"/>
              <a:t> </a:t>
            </a:r>
            <a:r>
              <a:rPr dirty="0" spc="120"/>
              <a:t>application</a:t>
            </a:r>
            <a:r>
              <a:rPr dirty="0" spc="85"/>
              <a:t> </a:t>
            </a:r>
            <a:r>
              <a:rPr dirty="0" spc="150"/>
              <a:t>using</a:t>
            </a:r>
            <a:r>
              <a:rPr dirty="0" spc="90"/>
              <a:t> </a:t>
            </a:r>
            <a:r>
              <a:rPr dirty="0" spc="130"/>
              <a:t>the</a:t>
            </a:r>
            <a:r>
              <a:rPr dirty="0" spc="30"/>
              <a:t> </a:t>
            </a:r>
            <a:r>
              <a:rPr dirty="0" spc="95"/>
              <a:t>Gemini </a:t>
            </a:r>
            <a:r>
              <a:rPr dirty="0" spc="150"/>
              <a:t>API</a:t>
            </a:r>
            <a:r>
              <a:rPr dirty="0" spc="80"/>
              <a:t> </a:t>
            </a:r>
            <a:r>
              <a:rPr dirty="0" spc="170"/>
              <a:t>and</a:t>
            </a:r>
            <a:r>
              <a:rPr dirty="0" spc="85"/>
              <a:t> </a:t>
            </a:r>
            <a:r>
              <a:rPr dirty="0" spc="195"/>
              <a:t>LangChain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350" y="2572880"/>
            <a:ext cx="929640" cy="929640"/>
          </a:xfrm>
          <a:custGeom>
            <a:avLst/>
            <a:gdLst/>
            <a:ahLst/>
            <a:cxnLst/>
            <a:rect l="l" t="t" r="r" b="b"/>
            <a:pathLst>
              <a:path w="929639" h="929639">
                <a:moveTo>
                  <a:pt x="464552" y="0"/>
                </a:moveTo>
                <a:lnTo>
                  <a:pt x="417054" y="2398"/>
                </a:lnTo>
                <a:lnTo>
                  <a:pt x="370928" y="9437"/>
                </a:lnTo>
                <a:lnTo>
                  <a:pt x="326408" y="20884"/>
                </a:lnTo>
                <a:lnTo>
                  <a:pt x="283727" y="36504"/>
                </a:lnTo>
                <a:lnTo>
                  <a:pt x="243118" y="56066"/>
                </a:lnTo>
                <a:lnTo>
                  <a:pt x="204816" y="79334"/>
                </a:lnTo>
                <a:lnTo>
                  <a:pt x="169053" y="106076"/>
                </a:lnTo>
                <a:lnTo>
                  <a:pt x="136063" y="136058"/>
                </a:lnTo>
                <a:lnTo>
                  <a:pt x="106080" y="169046"/>
                </a:lnTo>
                <a:lnTo>
                  <a:pt x="79338" y="204808"/>
                </a:lnTo>
                <a:lnTo>
                  <a:pt x="56068" y="243109"/>
                </a:lnTo>
                <a:lnTo>
                  <a:pt x="36506" y="283717"/>
                </a:lnTo>
                <a:lnTo>
                  <a:pt x="20885" y="326397"/>
                </a:lnTo>
                <a:lnTo>
                  <a:pt x="9438" y="370917"/>
                </a:lnTo>
                <a:lnTo>
                  <a:pt x="2398" y="417042"/>
                </a:lnTo>
                <a:lnTo>
                  <a:pt x="0" y="464540"/>
                </a:lnTo>
                <a:lnTo>
                  <a:pt x="2398" y="512038"/>
                </a:lnTo>
                <a:lnTo>
                  <a:pt x="9438" y="558164"/>
                </a:lnTo>
                <a:lnTo>
                  <a:pt x="20885" y="602684"/>
                </a:lnTo>
                <a:lnTo>
                  <a:pt x="36506" y="645365"/>
                </a:lnTo>
                <a:lnTo>
                  <a:pt x="56068" y="685974"/>
                </a:lnTo>
                <a:lnTo>
                  <a:pt x="79338" y="724276"/>
                </a:lnTo>
                <a:lnTo>
                  <a:pt x="106080" y="760039"/>
                </a:lnTo>
                <a:lnTo>
                  <a:pt x="136063" y="793029"/>
                </a:lnTo>
                <a:lnTo>
                  <a:pt x="169053" y="823012"/>
                </a:lnTo>
                <a:lnTo>
                  <a:pt x="204816" y="849755"/>
                </a:lnTo>
                <a:lnTo>
                  <a:pt x="243118" y="873024"/>
                </a:lnTo>
                <a:lnTo>
                  <a:pt x="283727" y="892586"/>
                </a:lnTo>
                <a:lnTo>
                  <a:pt x="326408" y="908208"/>
                </a:lnTo>
                <a:lnTo>
                  <a:pt x="370928" y="919655"/>
                </a:lnTo>
                <a:lnTo>
                  <a:pt x="417054" y="926695"/>
                </a:lnTo>
                <a:lnTo>
                  <a:pt x="464552" y="929093"/>
                </a:lnTo>
                <a:lnTo>
                  <a:pt x="512049" y="926695"/>
                </a:lnTo>
                <a:lnTo>
                  <a:pt x="558175" y="919655"/>
                </a:lnTo>
                <a:lnTo>
                  <a:pt x="602695" y="908208"/>
                </a:lnTo>
                <a:lnTo>
                  <a:pt x="645377" y="892586"/>
                </a:lnTo>
                <a:lnTo>
                  <a:pt x="685985" y="873024"/>
                </a:lnTo>
                <a:lnTo>
                  <a:pt x="724288" y="849755"/>
                </a:lnTo>
                <a:lnTo>
                  <a:pt x="760050" y="823012"/>
                </a:lnTo>
                <a:lnTo>
                  <a:pt x="793040" y="793029"/>
                </a:lnTo>
                <a:lnTo>
                  <a:pt x="823023" y="760039"/>
                </a:lnTo>
                <a:lnTo>
                  <a:pt x="849766" y="724276"/>
                </a:lnTo>
                <a:lnTo>
                  <a:pt x="873036" y="685974"/>
                </a:lnTo>
                <a:lnTo>
                  <a:pt x="892598" y="645365"/>
                </a:lnTo>
                <a:lnTo>
                  <a:pt x="908219" y="602684"/>
                </a:lnTo>
                <a:lnTo>
                  <a:pt x="919667" y="558164"/>
                </a:lnTo>
                <a:lnTo>
                  <a:pt x="926706" y="512038"/>
                </a:lnTo>
                <a:lnTo>
                  <a:pt x="929105" y="464540"/>
                </a:lnTo>
                <a:lnTo>
                  <a:pt x="926140" y="412123"/>
                </a:lnTo>
                <a:lnTo>
                  <a:pt x="917369" y="360779"/>
                </a:lnTo>
                <a:lnTo>
                  <a:pt x="902982" y="310961"/>
                </a:lnTo>
                <a:lnTo>
                  <a:pt x="883167" y="263125"/>
                </a:lnTo>
                <a:lnTo>
                  <a:pt x="858113" y="217726"/>
                </a:lnTo>
                <a:lnTo>
                  <a:pt x="828006" y="175217"/>
                </a:lnTo>
                <a:lnTo>
                  <a:pt x="793037" y="136055"/>
                </a:lnTo>
                <a:lnTo>
                  <a:pt x="753875" y="101086"/>
                </a:lnTo>
                <a:lnTo>
                  <a:pt x="711366" y="70982"/>
                </a:lnTo>
                <a:lnTo>
                  <a:pt x="665966" y="45929"/>
                </a:lnTo>
                <a:lnTo>
                  <a:pt x="618130" y="26117"/>
                </a:lnTo>
                <a:lnTo>
                  <a:pt x="568313" y="11733"/>
                </a:lnTo>
                <a:lnTo>
                  <a:pt x="516968" y="2964"/>
                </a:lnTo>
                <a:lnTo>
                  <a:pt x="464552" y="0"/>
                </a:lnTo>
                <a:close/>
              </a:path>
            </a:pathLst>
          </a:custGeom>
          <a:solidFill>
            <a:srgbClr val="418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91838" y="2730207"/>
            <a:ext cx="574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urier New"/>
                <a:cs typeface="Courier New"/>
              </a:rPr>
              <a:t>01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14350" y="3806418"/>
            <a:ext cx="929640" cy="929640"/>
          </a:xfrm>
          <a:custGeom>
            <a:avLst/>
            <a:gdLst/>
            <a:ahLst/>
            <a:cxnLst/>
            <a:rect l="l" t="t" r="r" b="b"/>
            <a:pathLst>
              <a:path w="929639" h="929639">
                <a:moveTo>
                  <a:pt x="464552" y="0"/>
                </a:moveTo>
                <a:lnTo>
                  <a:pt x="417054" y="2398"/>
                </a:lnTo>
                <a:lnTo>
                  <a:pt x="370928" y="9438"/>
                </a:lnTo>
                <a:lnTo>
                  <a:pt x="326408" y="20885"/>
                </a:lnTo>
                <a:lnTo>
                  <a:pt x="283727" y="36506"/>
                </a:lnTo>
                <a:lnTo>
                  <a:pt x="243118" y="56069"/>
                </a:lnTo>
                <a:lnTo>
                  <a:pt x="204816" y="79338"/>
                </a:lnTo>
                <a:lnTo>
                  <a:pt x="169053" y="106081"/>
                </a:lnTo>
                <a:lnTo>
                  <a:pt x="136061" y="136067"/>
                </a:lnTo>
                <a:lnTo>
                  <a:pt x="106080" y="169054"/>
                </a:lnTo>
                <a:lnTo>
                  <a:pt x="79338" y="204817"/>
                </a:lnTo>
                <a:lnTo>
                  <a:pt x="56068" y="243119"/>
                </a:lnTo>
                <a:lnTo>
                  <a:pt x="36506" y="283728"/>
                </a:lnTo>
                <a:lnTo>
                  <a:pt x="20885" y="326409"/>
                </a:lnTo>
                <a:lnTo>
                  <a:pt x="9438" y="370929"/>
                </a:lnTo>
                <a:lnTo>
                  <a:pt x="2398" y="417055"/>
                </a:lnTo>
                <a:lnTo>
                  <a:pt x="0" y="464553"/>
                </a:lnTo>
                <a:lnTo>
                  <a:pt x="2398" y="512051"/>
                </a:lnTo>
                <a:lnTo>
                  <a:pt x="9438" y="558176"/>
                </a:lnTo>
                <a:lnTo>
                  <a:pt x="20885" y="602697"/>
                </a:lnTo>
                <a:lnTo>
                  <a:pt x="36506" y="645378"/>
                </a:lnTo>
                <a:lnTo>
                  <a:pt x="56068" y="685986"/>
                </a:lnTo>
                <a:lnTo>
                  <a:pt x="79338" y="724289"/>
                </a:lnTo>
                <a:lnTo>
                  <a:pt x="106080" y="760052"/>
                </a:lnTo>
                <a:lnTo>
                  <a:pt x="136063" y="793041"/>
                </a:lnTo>
                <a:lnTo>
                  <a:pt x="169053" y="823025"/>
                </a:lnTo>
                <a:lnTo>
                  <a:pt x="204816" y="849768"/>
                </a:lnTo>
                <a:lnTo>
                  <a:pt x="243118" y="873037"/>
                </a:lnTo>
                <a:lnTo>
                  <a:pt x="283727" y="892599"/>
                </a:lnTo>
                <a:lnTo>
                  <a:pt x="326408" y="908221"/>
                </a:lnTo>
                <a:lnTo>
                  <a:pt x="370928" y="919668"/>
                </a:lnTo>
                <a:lnTo>
                  <a:pt x="417054" y="926708"/>
                </a:lnTo>
                <a:lnTo>
                  <a:pt x="464552" y="929106"/>
                </a:lnTo>
                <a:lnTo>
                  <a:pt x="512049" y="926708"/>
                </a:lnTo>
                <a:lnTo>
                  <a:pt x="558175" y="919668"/>
                </a:lnTo>
                <a:lnTo>
                  <a:pt x="602695" y="908221"/>
                </a:lnTo>
                <a:lnTo>
                  <a:pt x="645377" y="892599"/>
                </a:lnTo>
                <a:lnTo>
                  <a:pt x="685985" y="873037"/>
                </a:lnTo>
                <a:lnTo>
                  <a:pt x="724288" y="849768"/>
                </a:lnTo>
                <a:lnTo>
                  <a:pt x="760050" y="823025"/>
                </a:lnTo>
                <a:lnTo>
                  <a:pt x="793040" y="793041"/>
                </a:lnTo>
                <a:lnTo>
                  <a:pt x="823023" y="760052"/>
                </a:lnTo>
                <a:lnTo>
                  <a:pt x="849766" y="724289"/>
                </a:lnTo>
                <a:lnTo>
                  <a:pt x="873036" y="685986"/>
                </a:lnTo>
                <a:lnTo>
                  <a:pt x="892598" y="645378"/>
                </a:lnTo>
                <a:lnTo>
                  <a:pt x="908219" y="602697"/>
                </a:lnTo>
                <a:lnTo>
                  <a:pt x="919667" y="558176"/>
                </a:lnTo>
                <a:lnTo>
                  <a:pt x="926706" y="512051"/>
                </a:lnTo>
                <a:lnTo>
                  <a:pt x="929105" y="464553"/>
                </a:lnTo>
                <a:lnTo>
                  <a:pt x="926140" y="412136"/>
                </a:lnTo>
                <a:lnTo>
                  <a:pt x="917369" y="360792"/>
                </a:lnTo>
                <a:lnTo>
                  <a:pt x="902982" y="310974"/>
                </a:lnTo>
                <a:lnTo>
                  <a:pt x="883167" y="263138"/>
                </a:lnTo>
                <a:lnTo>
                  <a:pt x="858113" y="217738"/>
                </a:lnTo>
                <a:lnTo>
                  <a:pt x="828006" y="175230"/>
                </a:lnTo>
                <a:lnTo>
                  <a:pt x="793033" y="136064"/>
                </a:lnTo>
                <a:lnTo>
                  <a:pt x="753875" y="101098"/>
                </a:lnTo>
                <a:lnTo>
                  <a:pt x="711366" y="70992"/>
                </a:lnTo>
                <a:lnTo>
                  <a:pt x="665966" y="45937"/>
                </a:lnTo>
                <a:lnTo>
                  <a:pt x="618130" y="26122"/>
                </a:lnTo>
                <a:lnTo>
                  <a:pt x="568313" y="11735"/>
                </a:lnTo>
                <a:lnTo>
                  <a:pt x="516968" y="2965"/>
                </a:lnTo>
                <a:lnTo>
                  <a:pt x="464552" y="0"/>
                </a:lnTo>
                <a:close/>
              </a:path>
            </a:pathLst>
          </a:custGeom>
          <a:solidFill>
            <a:srgbClr val="418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91838" y="3963758"/>
            <a:ext cx="574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urier New"/>
                <a:cs typeface="Courier New"/>
              </a:rPr>
              <a:t>02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14350" y="5028120"/>
            <a:ext cx="929640" cy="929640"/>
          </a:xfrm>
          <a:custGeom>
            <a:avLst/>
            <a:gdLst/>
            <a:ahLst/>
            <a:cxnLst/>
            <a:rect l="l" t="t" r="r" b="b"/>
            <a:pathLst>
              <a:path w="929639" h="929639">
                <a:moveTo>
                  <a:pt x="464552" y="0"/>
                </a:moveTo>
                <a:lnTo>
                  <a:pt x="417054" y="2398"/>
                </a:lnTo>
                <a:lnTo>
                  <a:pt x="370928" y="9438"/>
                </a:lnTo>
                <a:lnTo>
                  <a:pt x="326408" y="20885"/>
                </a:lnTo>
                <a:lnTo>
                  <a:pt x="283727" y="36506"/>
                </a:lnTo>
                <a:lnTo>
                  <a:pt x="243118" y="56069"/>
                </a:lnTo>
                <a:lnTo>
                  <a:pt x="204816" y="79338"/>
                </a:lnTo>
                <a:lnTo>
                  <a:pt x="169053" y="106081"/>
                </a:lnTo>
                <a:lnTo>
                  <a:pt x="136061" y="136067"/>
                </a:lnTo>
                <a:lnTo>
                  <a:pt x="106080" y="169054"/>
                </a:lnTo>
                <a:lnTo>
                  <a:pt x="79338" y="204817"/>
                </a:lnTo>
                <a:lnTo>
                  <a:pt x="56068" y="243119"/>
                </a:lnTo>
                <a:lnTo>
                  <a:pt x="36506" y="283728"/>
                </a:lnTo>
                <a:lnTo>
                  <a:pt x="20885" y="326409"/>
                </a:lnTo>
                <a:lnTo>
                  <a:pt x="9438" y="370929"/>
                </a:lnTo>
                <a:lnTo>
                  <a:pt x="2398" y="417055"/>
                </a:lnTo>
                <a:lnTo>
                  <a:pt x="0" y="464553"/>
                </a:lnTo>
                <a:lnTo>
                  <a:pt x="2398" y="512051"/>
                </a:lnTo>
                <a:lnTo>
                  <a:pt x="9438" y="558176"/>
                </a:lnTo>
                <a:lnTo>
                  <a:pt x="20885" y="602697"/>
                </a:lnTo>
                <a:lnTo>
                  <a:pt x="36506" y="645378"/>
                </a:lnTo>
                <a:lnTo>
                  <a:pt x="56068" y="685986"/>
                </a:lnTo>
                <a:lnTo>
                  <a:pt x="79338" y="724289"/>
                </a:lnTo>
                <a:lnTo>
                  <a:pt x="106080" y="760052"/>
                </a:lnTo>
                <a:lnTo>
                  <a:pt x="136063" y="793041"/>
                </a:lnTo>
                <a:lnTo>
                  <a:pt x="169053" y="823025"/>
                </a:lnTo>
                <a:lnTo>
                  <a:pt x="204816" y="849768"/>
                </a:lnTo>
                <a:lnTo>
                  <a:pt x="243118" y="873037"/>
                </a:lnTo>
                <a:lnTo>
                  <a:pt x="283727" y="892599"/>
                </a:lnTo>
                <a:lnTo>
                  <a:pt x="326408" y="908221"/>
                </a:lnTo>
                <a:lnTo>
                  <a:pt x="370928" y="919668"/>
                </a:lnTo>
                <a:lnTo>
                  <a:pt x="417054" y="926708"/>
                </a:lnTo>
                <a:lnTo>
                  <a:pt x="464552" y="929106"/>
                </a:lnTo>
                <a:lnTo>
                  <a:pt x="512049" y="926708"/>
                </a:lnTo>
                <a:lnTo>
                  <a:pt x="558175" y="919668"/>
                </a:lnTo>
                <a:lnTo>
                  <a:pt x="602695" y="908221"/>
                </a:lnTo>
                <a:lnTo>
                  <a:pt x="645377" y="892599"/>
                </a:lnTo>
                <a:lnTo>
                  <a:pt x="685985" y="873037"/>
                </a:lnTo>
                <a:lnTo>
                  <a:pt x="724288" y="849768"/>
                </a:lnTo>
                <a:lnTo>
                  <a:pt x="760050" y="823025"/>
                </a:lnTo>
                <a:lnTo>
                  <a:pt x="793040" y="793041"/>
                </a:lnTo>
                <a:lnTo>
                  <a:pt x="823023" y="760052"/>
                </a:lnTo>
                <a:lnTo>
                  <a:pt x="849766" y="724289"/>
                </a:lnTo>
                <a:lnTo>
                  <a:pt x="873036" y="685986"/>
                </a:lnTo>
                <a:lnTo>
                  <a:pt x="892598" y="645378"/>
                </a:lnTo>
                <a:lnTo>
                  <a:pt x="908219" y="602697"/>
                </a:lnTo>
                <a:lnTo>
                  <a:pt x="919667" y="558176"/>
                </a:lnTo>
                <a:lnTo>
                  <a:pt x="926706" y="512051"/>
                </a:lnTo>
                <a:lnTo>
                  <a:pt x="929105" y="464553"/>
                </a:lnTo>
                <a:lnTo>
                  <a:pt x="926140" y="412136"/>
                </a:lnTo>
                <a:lnTo>
                  <a:pt x="917369" y="360792"/>
                </a:lnTo>
                <a:lnTo>
                  <a:pt x="902982" y="310974"/>
                </a:lnTo>
                <a:lnTo>
                  <a:pt x="883167" y="263138"/>
                </a:lnTo>
                <a:lnTo>
                  <a:pt x="858113" y="217738"/>
                </a:lnTo>
                <a:lnTo>
                  <a:pt x="828006" y="175230"/>
                </a:lnTo>
                <a:lnTo>
                  <a:pt x="793033" y="136064"/>
                </a:lnTo>
                <a:lnTo>
                  <a:pt x="753875" y="101098"/>
                </a:lnTo>
                <a:lnTo>
                  <a:pt x="711366" y="70992"/>
                </a:lnTo>
                <a:lnTo>
                  <a:pt x="665966" y="45937"/>
                </a:lnTo>
                <a:lnTo>
                  <a:pt x="618130" y="26122"/>
                </a:lnTo>
                <a:lnTo>
                  <a:pt x="568313" y="11735"/>
                </a:lnTo>
                <a:lnTo>
                  <a:pt x="516968" y="2965"/>
                </a:lnTo>
                <a:lnTo>
                  <a:pt x="464552" y="0"/>
                </a:lnTo>
                <a:close/>
              </a:path>
            </a:pathLst>
          </a:custGeom>
          <a:solidFill>
            <a:srgbClr val="418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91838" y="5185460"/>
            <a:ext cx="574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urier New"/>
                <a:cs typeface="Courier New"/>
              </a:rPr>
              <a:t>03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14350" y="6193802"/>
            <a:ext cx="929640" cy="929640"/>
          </a:xfrm>
          <a:custGeom>
            <a:avLst/>
            <a:gdLst/>
            <a:ahLst/>
            <a:cxnLst/>
            <a:rect l="l" t="t" r="r" b="b"/>
            <a:pathLst>
              <a:path w="929639" h="929640">
                <a:moveTo>
                  <a:pt x="464552" y="0"/>
                </a:moveTo>
                <a:lnTo>
                  <a:pt x="417054" y="2398"/>
                </a:lnTo>
                <a:lnTo>
                  <a:pt x="370928" y="9438"/>
                </a:lnTo>
                <a:lnTo>
                  <a:pt x="326408" y="20885"/>
                </a:lnTo>
                <a:lnTo>
                  <a:pt x="283727" y="36506"/>
                </a:lnTo>
                <a:lnTo>
                  <a:pt x="243118" y="56069"/>
                </a:lnTo>
                <a:lnTo>
                  <a:pt x="204816" y="79338"/>
                </a:lnTo>
                <a:lnTo>
                  <a:pt x="169053" y="106081"/>
                </a:lnTo>
                <a:lnTo>
                  <a:pt x="136063" y="136064"/>
                </a:lnTo>
                <a:lnTo>
                  <a:pt x="106080" y="169054"/>
                </a:lnTo>
                <a:lnTo>
                  <a:pt x="79338" y="204817"/>
                </a:lnTo>
                <a:lnTo>
                  <a:pt x="56068" y="243119"/>
                </a:lnTo>
                <a:lnTo>
                  <a:pt x="36506" y="283728"/>
                </a:lnTo>
                <a:lnTo>
                  <a:pt x="20885" y="326409"/>
                </a:lnTo>
                <a:lnTo>
                  <a:pt x="9438" y="370929"/>
                </a:lnTo>
                <a:lnTo>
                  <a:pt x="2398" y="417055"/>
                </a:lnTo>
                <a:lnTo>
                  <a:pt x="0" y="464553"/>
                </a:lnTo>
                <a:lnTo>
                  <a:pt x="2398" y="512048"/>
                </a:lnTo>
                <a:lnTo>
                  <a:pt x="9438" y="558172"/>
                </a:lnTo>
                <a:lnTo>
                  <a:pt x="20885" y="602691"/>
                </a:lnTo>
                <a:lnTo>
                  <a:pt x="36506" y="645370"/>
                </a:lnTo>
                <a:lnTo>
                  <a:pt x="56068" y="685978"/>
                </a:lnTo>
                <a:lnTo>
                  <a:pt x="79338" y="724279"/>
                </a:lnTo>
                <a:lnTo>
                  <a:pt x="106080" y="760041"/>
                </a:lnTo>
                <a:lnTo>
                  <a:pt x="136063" y="793030"/>
                </a:lnTo>
                <a:lnTo>
                  <a:pt x="169053" y="823013"/>
                </a:lnTo>
                <a:lnTo>
                  <a:pt x="204816" y="849756"/>
                </a:lnTo>
                <a:lnTo>
                  <a:pt x="243118" y="873025"/>
                </a:lnTo>
                <a:lnTo>
                  <a:pt x="283727" y="892587"/>
                </a:lnTo>
                <a:lnTo>
                  <a:pt x="326408" y="908208"/>
                </a:lnTo>
                <a:lnTo>
                  <a:pt x="370928" y="919655"/>
                </a:lnTo>
                <a:lnTo>
                  <a:pt x="417054" y="926695"/>
                </a:lnTo>
                <a:lnTo>
                  <a:pt x="464552" y="929093"/>
                </a:lnTo>
                <a:lnTo>
                  <a:pt x="512049" y="926695"/>
                </a:lnTo>
                <a:lnTo>
                  <a:pt x="558175" y="919655"/>
                </a:lnTo>
                <a:lnTo>
                  <a:pt x="602695" y="908208"/>
                </a:lnTo>
                <a:lnTo>
                  <a:pt x="645377" y="892587"/>
                </a:lnTo>
                <a:lnTo>
                  <a:pt x="685985" y="873025"/>
                </a:lnTo>
                <a:lnTo>
                  <a:pt x="724288" y="849756"/>
                </a:lnTo>
                <a:lnTo>
                  <a:pt x="760050" y="823013"/>
                </a:lnTo>
                <a:lnTo>
                  <a:pt x="793040" y="793030"/>
                </a:lnTo>
                <a:lnTo>
                  <a:pt x="823023" y="760041"/>
                </a:lnTo>
                <a:lnTo>
                  <a:pt x="849766" y="724279"/>
                </a:lnTo>
                <a:lnTo>
                  <a:pt x="873036" y="685978"/>
                </a:lnTo>
                <a:lnTo>
                  <a:pt x="892598" y="645370"/>
                </a:lnTo>
                <a:lnTo>
                  <a:pt x="908219" y="602691"/>
                </a:lnTo>
                <a:lnTo>
                  <a:pt x="919667" y="558172"/>
                </a:lnTo>
                <a:lnTo>
                  <a:pt x="926706" y="512048"/>
                </a:lnTo>
                <a:lnTo>
                  <a:pt x="929105" y="464553"/>
                </a:lnTo>
                <a:lnTo>
                  <a:pt x="926140" y="412131"/>
                </a:lnTo>
                <a:lnTo>
                  <a:pt x="917369" y="360784"/>
                </a:lnTo>
                <a:lnTo>
                  <a:pt x="902982" y="310964"/>
                </a:lnTo>
                <a:lnTo>
                  <a:pt x="883167" y="263126"/>
                </a:lnTo>
                <a:lnTo>
                  <a:pt x="858113" y="217726"/>
                </a:lnTo>
                <a:lnTo>
                  <a:pt x="828006" y="175217"/>
                </a:lnTo>
                <a:lnTo>
                  <a:pt x="793037" y="136055"/>
                </a:lnTo>
                <a:lnTo>
                  <a:pt x="753875" y="101090"/>
                </a:lnTo>
                <a:lnTo>
                  <a:pt x="711366" y="70987"/>
                </a:lnTo>
                <a:lnTo>
                  <a:pt x="665966" y="45935"/>
                </a:lnTo>
                <a:lnTo>
                  <a:pt x="618130" y="26121"/>
                </a:lnTo>
                <a:lnTo>
                  <a:pt x="568313" y="11735"/>
                </a:lnTo>
                <a:lnTo>
                  <a:pt x="516968" y="2965"/>
                </a:lnTo>
                <a:lnTo>
                  <a:pt x="464552" y="0"/>
                </a:lnTo>
                <a:close/>
              </a:path>
            </a:pathLst>
          </a:custGeom>
          <a:solidFill>
            <a:srgbClr val="418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091838" y="6351130"/>
            <a:ext cx="574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14335" y="7427353"/>
            <a:ext cx="929640" cy="929640"/>
          </a:xfrm>
          <a:custGeom>
            <a:avLst/>
            <a:gdLst/>
            <a:ahLst/>
            <a:cxnLst/>
            <a:rect l="l" t="t" r="r" b="b"/>
            <a:pathLst>
              <a:path w="929639" h="929640">
                <a:moveTo>
                  <a:pt x="464554" y="0"/>
                </a:moveTo>
                <a:lnTo>
                  <a:pt x="417056" y="2398"/>
                </a:lnTo>
                <a:lnTo>
                  <a:pt x="370930" y="9437"/>
                </a:lnTo>
                <a:lnTo>
                  <a:pt x="326410" y="20884"/>
                </a:lnTo>
                <a:lnTo>
                  <a:pt x="283728" y="36504"/>
                </a:lnTo>
                <a:lnTo>
                  <a:pt x="243120" y="56066"/>
                </a:lnTo>
                <a:lnTo>
                  <a:pt x="204817" y="79334"/>
                </a:lnTo>
                <a:lnTo>
                  <a:pt x="169054" y="106076"/>
                </a:lnTo>
                <a:lnTo>
                  <a:pt x="136064" y="136058"/>
                </a:lnTo>
                <a:lnTo>
                  <a:pt x="106081" y="169046"/>
                </a:lnTo>
                <a:lnTo>
                  <a:pt x="79338" y="204808"/>
                </a:lnTo>
                <a:lnTo>
                  <a:pt x="56069" y="243109"/>
                </a:lnTo>
                <a:lnTo>
                  <a:pt x="36506" y="283717"/>
                </a:lnTo>
                <a:lnTo>
                  <a:pt x="20885" y="326397"/>
                </a:lnTo>
                <a:lnTo>
                  <a:pt x="9438" y="370917"/>
                </a:lnTo>
                <a:lnTo>
                  <a:pt x="2398" y="417042"/>
                </a:lnTo>
                <a:lnTo>
                  <a:pt x="0" y="464540"/>
                </a:lnTo>
                <a:lnTo>
                  <a:pt x="2398" y="512038"/>
                </a:lnTo>
                <a:lnTo>
                  <a:pt x="9438" y="558164"/>
                </a:lnTo>
                <a:lnTo>
                  <a:pt x="20885" y="602684"/>
                </a:lnTo>
                <a:lnTo>
                  <a:pt x="36506" y="645365"/>
                </a:lnTo>
                <a:lnTo>
                  <a:pt x="56069" y="685974"/>
                </a:lnTo>
                <a:lnTo>
                  <a:pt x="79338" y="724276"/>
                </a:lnTo>
                <a:lnTo>
                  <a:pt x="106081" y="760039"/>
                </a:lnTo>
                <a:lnTo>
                  <a:pt x="136064" y="793029"/>
                </a:lnTo>
                <a:lnTo>
                  <a:pt x="169054" y="823012"/>
                </a:lnTo>
                <a:lnTo>
                  <a:pt x="204817" y="849755"/>
                </a:lnTo>
                <a:lnTo>
                  <a:pt x="243120" y="873024"/>
                </a:lnTo>
                <a:lnTo>
                  <a:pt x="283728" y="892586"/>
                </a:lnTo>
                <a:lnTo>
                  <a:pt x="326410" y="908208"/>
                </a:lnTo>
                <a:lnTo>
                  <a:pt x="370930" y="919655"/>
                </a:lnTo>
                <a:lnTo>
                  <a:pt x="417056" y="926695"/>
                </a:lnTo>
                <a:lnTo>
                  <a:pt x="464554" y="929093"/>
                </a:lnTo>
                <a:lnTo>
                  <a:pt x="512052" y="926695"/>
                </a:lnTo>
                <a:lnTo>
                  <a:pt x="558178" y="919655"/>
                </a:lnTo>
                <a:lnTo>
                  <a:pt x="602698" y="908208"/>
                </a:lnTo>
                <a:lnTo>
                  <a:pt x="645379" y="892586"/>
                </a:lnTo>
                <a:lnTo>
                  <a:pt x="685988" y="873024"/>
                </a:lnTo>
                <a:lnTo>
                  <a:pt x="724290" y="849755"/>
                </a:lnTo>
                <a:lnTo>
                  <a:pt x="760053" y="823012"/>
                </a:lnTo>
                <a:lnTo>
                  <a:pt x="793043" y="793029"/>
                </a:lnTo>
                <a:lnTo>
                  <a:pt x="823026" y="760039"/>
                </a:lnTo>
                <a:lnTo>
                  <a:pt x="849769" y="724276"/>
                </a:lnTo>
                <a:lnTo>
                  <a:pt x="873038" y="685974"/>
                </a:lnTo>
                <a:lnTo>
                  <a:pt x="892600" y="645365"/>
                </a:lnTo>
                <a:lnTo>
                  <a:pt x="908222" y="602684"/>
                </a:lnTo>
                <a:lnTo>
                  <a:pt x="919669" y="558164"/>
                </a:lnTo>
                <a:lnTo>
                  <a:pt x="926709" y="512038"/>
                </a:lnTo>
                <a:lnTo>
                  <a:pt x="929107" y="464540"/>
                </a:lnTo>
                <a:lnTo>
                  <a:pt x="926142" y="412123"/>
                </a:lnTo>
                <a:lnTo>
                  <a:pt x="917372" y="360779"/>
                </a:lnTo>
                <a:lnTo>
                  <a:pt x="902985" y="310961"/>
                </a:lnTo>
                <a:lnTo>
                  <a:pt x="883170" y="263125"/>
                </a:lnTo>
                <a:lnTo>
                  <a:pt x="858115" y="217726"/>
                </a:lnTo>
                <a:lnTo>
                  <a:pt x="828009" y="175217"/>
                </a:lnTo>
                <a:lnTo>
                  <a:pt x="793040" y="136055"/>
                </a:lnTo>
                <a:lnTo>
                  <a:pt x="753877" y="101086"/>
                </a:lnTo>
                <a:lnTo>
                  <a:pt x="711369" y="70982"/>
                </a:lnTo>
                <a:lnTo>
                  <a:pt x="665969" y="45929"/>
                </a:lnTo>
                <a:lnTo>
                  <a:pt x="618133" y="26117"/>
                </a:lnTo>
                <a:lnTo>
                  <a:pt x="568315" y="11733"/>
                </a:lnTo>
                <a:lnTo>
                  <a:pt x="516971" y="2964"/>
                </a:lnTo>
                <a:lnTo>
                  <a:pt x="464554" y="0"/>
                </a:lnTo>
                <a:close/>
              </a:path>
            </a:pathLst>
          </a:custGeom>
          <a:solidFill>
            <a:srgbClr val="418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91822" y="7584693"/>
            <a:ext cx="574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urier New"/>
                <a:cs typeface="Courier New"/>
              </a:rPr>
              <a:t>05</a:t>
            </a:r>
            <a:endParaRPr sz="3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9346" y="1715249"/>
            <a:ext cx="12189294" cy="68565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M6-Summary-App-Dev-with-LLMs</dc:title>
  <dcterms:created xsi:type="dcterms:W3CDTF">2025-10-20T01:04:32Z</dcterms:created>
  <dcterms:modified xsi:type="dcterms:W3CDTF">2025-10-20T01:04:32Z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2025-10-20T00:00:00Z</vt:filetime>
  </property>
  <property fmtid="{D5CDD505-2E9C-101B-9397-08002B2CF9AE}" pid="5" name="Producer">
    <vt:lpwstr>GPL Ghostscript 9.26</vt:lpwstr>
  </property>
</Properties>
</file>